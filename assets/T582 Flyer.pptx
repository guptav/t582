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andhya Bhid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24T01:34:07.583">
    <p:pos x="1807" y="5329"/>
    <p:text>Use Jessica's Jess.ollman@me.com address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4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04484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498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5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80001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5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Relationship Id="rId10" Type="http://schemas.openxmlformats.org/officeDocument/2006/relationships/image" Target="../media/image2.png"/><Relationship Id="rId9" Type="http://schemas.openxmlformats.org/officeDocument/2006/relationships/image" Target="../media/image7.jp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jpg"/><Relationship Id="rId8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50" y="2691075"/>
            <a:ext cx="2124300" cy="181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95750" y="703875"/>
            <a:ext cx="6649500" cy="1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Join Troop 582! </a:t>
            </a:r>
            <a:endParaRPr sz="3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Scouts BSA Troop 582 is a large, diverse, very active, scout-led troop based in Saratoga, CA. It is our goal to help each scout grow into an independent and strong young person. 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869625" y="8461250"/>
            <a:ext cx="3825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Contact us to learn </a:t>
            </a:r>
            <a:r>
              <a:rPr lang="en" sz="1600">
                <a:solidFill>
                  <a:schemeClr val="dk2"/>
                </a:solidFill>
              </a:rPr>
              <a:t>more! </a:t>
            </a:r>
            <a:endParaRPr sz="16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</a:t>
            </a:r>
            <a:r>
              <a:rPr lang="en">
                <a:solidFill>
                  <a:schemeClr val="dk2"/>
                </a:solidFill>
              </a:rPr>
              <a:t>roop582.org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Scoutmaster Jessica Ollmann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info@troop582.org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(650) 224-7653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774375" y="2643450"/>
            <a:ext cx="4283700" cy="1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 are an o</a:t>
            </a:r>
            <a:r>
              <a:rPr lang="en">
                <a:solidFill>
                  <a:schemeClr val="dk2"/>
                </a:solidFill>
              </a:rPr>
              <a:t>utdoor activities club for girls ages 11 through 17, with opportunities for recognition and advancement through learning and practicing the tenets of the Scout Oath and Law.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T582 scouts gain experience in practical life skills, outdoor adventure, environmental stewardship, community service, and youth leadership.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Recent activities: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Backcountry canoe camping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Backpacking– Black Mountain, Yosemite, &amp; Philmont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Archery Campout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Snow Camping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Northern Tier Canoeing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Camp Chawanakee and Hi-Sierra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Rock Climbing: Ice Skating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Seabase Sailing + Snorkeling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Angel Island camping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Key facts: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60+ active scouts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20+ trained adult leaders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2 summer camps &amp;  2 high adventure trips annually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25+ outings planned in 2026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25+ Eagle Scouts since troop began 6 years ago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3423" y="328875"/>
            <a:ext cx="1147857" cy="132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0625" y="484540"/>
            <a:ext cx="1554125" cy="1097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751" y="8094850"/>
            <a:ext cx="2124298" cy="1593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5748" y="6371025"/>
            <a:ext cx="2124298" cy="159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5750" y="4647175"/>
            <a:ext cx="2124298" cy="1593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10225" y="8533825"/>
            <a:ext cx="1147849" cy="114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